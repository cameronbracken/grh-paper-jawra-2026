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2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1"/>
    <p:restoredTop sz="94701"/>
  </p:normalViewPr>
  <p:slideViewPr>
    <p:cSldViewPr snapToGrid="0">
      <p:cViewPr varScale="1">
        <p:scale>
          <a:sx n="168" d="100"/>
          <a:sy n="168" d="100"/>
        </p:scale>
        <p:origin x="216" y="1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0EF3-121A-F02A-A9FE-2A7B3793F7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B2CA8-E0F1-A24A-78B3-5575D9779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023F5-E273-9E3D-D675-30BCC3F4F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0B4B3-DABE-EBED-551F-493DE35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3E5AB-FFFA-533E-42B3-0D948561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0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69D8F-0227-F5BA-31AF-C830EB80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0C90D-E565-117A-20FA-4308A89B9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B731-8806-D6D0-F4D7-06A98BAF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91E43-8C69-2538-2114-D2DDA3BB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93B7C-1C4F-317E-E507-249051D75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2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B1406-22F9-FE12-EBFA-E4F4FC6BE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C3FA5-4293-FF17-69B2-9E04B8BF8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B0B5B-F90E-38F7-03E1-F862257F4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5CC210-02FF-8D68-01F3-8125243F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DA59F-42FA-4C5B-E2F8-D06A09C6B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56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F9E6-73FA-4B33-A288-34BAA40E6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7E276-F62D-A6FA-2311-AA50A44AB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622E7-8101-8036-8E41-419AA0809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9A930-FCF9-7B2B-081E-720B61B5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62473-2597-8418-92E9-15F08A3B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286C74-169F-4B72-2609-751A610D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21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6DB5-1F3E-5FCC-BA1F-087AE18E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F13C71-7752-D628-8D00-5C6A04B33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3AE82-B8DF-EC3A-1993-5A33C64CF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9A1E78-FA08-B8BA-BE36-F0F2653E3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6EB10-74D1-B9E8-665B-FD962B633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74DCD1-6794-0BAB-B597-29938279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13A58-E15F-5244-CB51-0367D27F9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ABF106-FF82-FE0B-6C00-BA9E5BAC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94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B55F-5E7C-791F-3BDF-B5DFD6CB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2B11D-935F-6D8C-19FF-4AFD0B92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84017-99EB-C450-6391-0A52A517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4AF10-8606-A86F-6A31-7C0772D96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1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D5AFC-3D1F-7166-FC17-97416799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F32D66-C373-8E23-FD29-F04D292F0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70E1D-A14D-6072-3985-16449031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6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C3560-5419-7A23-0F46-D2BD5948C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A3C13-37DE-A624-0B88-84D599A52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EFD75B-0F12-8222-AF19-26B9ADA50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AB2B2-58D8-7FA2-7228-E6933110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13081-CD45-D847-DB95-506801412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37F66-D7DE-EFAF-3FE6-326F075A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4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724E-8D33-DA56-B08F-E81B137A7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17466C-26E6-777A-1146-D6DB9B966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F3539-4A7F-8D0B-6623-E2CE9AB53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C2E2A-2826-0071-4112-FC7D6D56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9343F-8967-4939-7D97-4399660E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B7287-50CA-3F46-ADA4-4B156AFC8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3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BDB1-1A9F-8BCB-199E-01FC0B77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D59BF-5985-E7C9-CFC8-921944005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3FF92-6FAE-5141-AB98-0D4D2D56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B2D75-8AE2-00DD-5167-9C836DCC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348A-6C47-20B0-2FFF-D24266FB9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64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D9624-ECAC-D4D0-F6BC-CBF66D2499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6CCB8-2516-AF38-1C78-4C72DBA78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8723E-F49F-8C93-F29B-46AF4DD7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114E7-59D1-4886-7718-94F14CF19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07EB0-3F0E-3ED5-730E-A86E0219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6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132366-DFDE-5F34-4DC3-3E603358E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8C075-7419-BDFE-513E-25800AB2F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CF951-9DDD-56A0-3309-FDD95B4A3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FA451-24D3-F74D-9B42-5EEEEA5C6CC8}" type="datetimeFigureOut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4E78E-A8F9-802A-74A4-D0CF49FB08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23601-CD50-0EB0-5AEC-883F70C33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8B88D6-6277-CC4C-B861-244C8AFF1D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5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AI-generated content may be incorrect.">
            <a:extLst>
              <a:ext uri="{FF2B5EF4-FFF2-40B4-BE49-F238E27FC236}">
                <a16:creationId xmlns:a16="http://schemas.microsoft.com/office/drawing/2014/main" id="{73B25AD7-30CE-0B4C-88B9-C1ECB2C7F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537" y="0"/>
            <a:ext cx="6356925" cy="6858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E084560-74AA-EF6F-365C-660FD41C6752}"/>
              </a:ext>
            </a:extLst>
          </p:cNvPr>
          <p:cNvSpPr/>
          <p:nvPr/>
        </p:nvSpPr>
        <p:spPr>
          <a:xfrm flipH="1">
            <a:off x="4793148" y="6111240"/>
            <a:ext cx="82798" cy="82488"/>
          </a:xfrm>
          <a:prstGeom prst="ellipse">
            <a:avLst/>
          </a:prstGeom>
          <a:solidFill>
            <a:srgbClr val="00A2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8F472-9B02-B567-0C73-3B125941C3A8}"/>
              </a:ext>
            </a:extLst>
          </p:cNvPr>
          <p:cNvSpPr txBox="1"/>
          <p:nvPr/>
        </p:nvSpPr>
        <p:spPr>
          <a:xfrm>
            <a:off x="4899660" y="6029224"/>
            <a:ext cx="16405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GRH Facilities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0D8387-0111-84D0-E392-7330293E9D75}"/>
              </a:ext>
            </a:extLst>
          </p:cNvPr>
          <p:cNvSpPr txBox="1"/>
          <p:nvPr/>
        </p:nvSpPr>
        <p:spPr>
          <a:xfrm rot="16934772">
            <a:off x="4899660" y="2468827"/>
            <a:ext cx="16405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Connecticut River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7D8D78-398C-8932-60BB-AB9844C6C69E}"/>
              </a:ext>
            </a:extLst>
          </p:cNvPr>
          <p:cNvSpPr txBox="1"/>
          <p:nvPr/>
        </p:nvSpPr>
        <p:spPr>
          <a:xfrm rot="720123">
            <a:off x="4807994" y="4830479"/>
            <a:ext cx="1041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Deerfield River</a:t>
            </a:r>
          </a:p>
        </p:txBody>
      </p:sp>
    </p:spTree>
    <p:extLst>
      <p:ext uri="{BB962C8B-B14F-4D97-AF65-F5344CB8AC3E}">
        <p14:creationId xmlns:p14="http://schemas.microsoft.com/office/powerpoint/2010/main" val="4282277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Bracken, Cameron</dc:creator>
  <cp:lastModifiedBy>Bracken, Cameron</cp:lastModifiedBy>
  <cp:revision>4</cp:revision>
  <dcterms:created xsi:type="dcterms:W3CDTF">2025-10-01T21:40:33Z</dcterms:created>
  <dcterms:modified xsi:type="dcterms:W3CDTF">2025-10-01T21:53:36Z</dcterms:modified>
</cp:coreProperties>
</file>